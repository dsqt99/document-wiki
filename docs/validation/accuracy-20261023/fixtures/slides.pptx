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Kế hoạch kiểm thử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Mã QA-P01</a:t>
            </a:r>
          </a:p>
          <a:p>
            <a:r>
              <a:t>Ngày 23/10/2026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Kết quả giả lập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12 thiết bị đạt kiểm tra</a:t>
            </a:r>
          </a:p>
          <a:p>
            <a:r>
              <a:t>0 thiết bị bị mất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